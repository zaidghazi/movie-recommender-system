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410" r:id="rId5"/>
    <p:sldId id="383" r:id="rId6"/>
    <p:sldId id="391" r:id="rId7"/>
    <p:sldId id="408" r:id="rId8"/>
    <p:sldId id="403" r:id="rId9"/>
    <p:sldId id="404" r:id="rId10"/>
    <p:sldId id="411" r:id="rId11"/>
    <p:sldId id="3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101E16-36DA-4236-B3DE-D1BFC119DDF7}" v="14" dt="2025-05-04T14:47:45.434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91530" autoAdjust="0"/>
  </p:normalViewPr>
  <p:slideViewPr>
    <p:cSldViewPr snapToGrid="0">
      <p:cViewPr varScale="1">
        <p:scale>
          <a:sx n="97" d="100"/>
          <a:sy n="97" d="100"/>
        </p:scale>
        <p:origin x="19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hazi, Zaid" userId="78909678-4dd6-4679-a7dc-fbd32412f4eb" providerId="ADAL" clId="{40101E16-36DA-4236-B3DE-D1BFC119DDF7}"/>
    <pc:docChg chg="undo redo custSel addSld delSld modSld sldOrd">
      <pc:chgData name="Ghazi, Zaid" userId="78909678-4dd6-4679-a7dc-fbd32412f4eb" providerId="ADAL" clId="{40101E16-36DA-4236-B3DE-D1BFC119DDF7}" dt="2025-05-04T15:09:45.498" v="486" actId="20577"/>
      <pc:docMkLst>
        <pc:docMk/>
      </pc:docMkLst>
      <pc:sldChg chg="addSp modSp mod modNotesTx">
        <pc:chgData name="Ghazi, Zaid" userId="78909678-4dd6-4679-a7dc-fbd32412f4eb" providerId="ADAL" clId="{40101E16-36DA-4236-B3DE-D1BFC119DDF7}" dt="2025-05-04T15:09:29.965" v="481" actId="20577"/>
        <pc:sldMkLst>
          <pc:docMk/>
          <pc:sldMk cId="3346685798" sldId="383"/>
        </pc:sldMkLst>
        <pc:spChg chg="mod">
          <ac:chgData name="Ghazi, Zaid" userId="78909678-4dd6-4679-a7dc-fbd32412f4eb" providerId="ADAL" clId="{40101E16-36DA-4236-B3DE-D1BFC119DDF7}" dt="2025-05-04T03:42:23.995" v="118"/>
          <ac:spMkLst>
            <pc:docMk/>
            <pc:sldMk cId="3346685798" sldId="383"/>
            <ac:spMk id="2" creationId="{B530BF65-C84B-45C3-72CA-AFDA68851174}"/>
          </ac:spMkLst>
        </pc:spChg>
        <pc:spChg chg="mod">
          <ac:chgData name="Ghazi, Zaid" userId="78909678-4dd6-4679-a7dc-fbd32412f4eb" providerId="ADAL" clId="{40101E16-36DA-4236-B3DE-D1BFC119DDF7}" dt="2025-05-04T14:13:42.125" v="217" actId="207"/>
          <ac:spMkLst>
            <pc:docMk/>
            <pc:sldMk cId="3346685798" sldId="383"/>
            <ac:spMk id="3" creationId="{3B8EBC2C-6DD7-5003-38EB-40753046FE8C}"/>
          </ac:spMkLst>
        </pc:spChg>
        <pc:spChg chg="add">
          <ac:chgData name="Ghazi, Zaid" userId="78909678-4dd6-4679-a7dc-fbd32412f4eb" providerId="ADAL" clId="{40101E16-36DA-4236-B3DE-D1BFC119DDF7}" dt="2025-05-04T03:42:38.952" v="120"/>
          <ac:spMkLst>
            <pc:docMk/>
            <pc:sldMk cId="3346685798" sldId="383"/>
            <ac:spMk id="4" creationId="{02290147-3136-B683-D7CD-0A057FBCF8C4}"/>
          </ac:spMkLst>
        </pc:spChg>
        <pc:spChg chg="add">
          <ac:chgData name="Ghazi, Zaid" userId="78909678-4dd6-4679-a7dc-fbd32412f4eb" providerId="ADAL" clId="{40101E16-36DA-4236-B3DE-D1BFC119DDF7}" dt="2025-05-04T03:42:51.531" v="122"/>
          <ac:spMkLst>
            <pc:docMk/>
            <pc:sldMk cId="3346685798" sldId="383"/>
            <ac:spMk id="5" creationId="{6589948E-E151-4C29-CAB7-051814CA44B7}"/>
          </ac:spMkLst>
        </pc:spChg>
        <pc:picChg chg="add mod">
          <ac:chgData name="Ghazi, Zaid" userId="78909678-4dd6-4679-a7dc-fbd32412f4eb" providerId="ADAL" clId="{40101E16-36DA-4236-B3DE-D1BFC119DDF7}" dt="2025-05-04T14:09:46.408" v="190" actId="962"/>
          <ac:picMkLst>
            <pc:docMk/>
            <pc:sldMk cId="3346685798" sldId="383"/>
            <ac:picMk id="5" creationId="{2081D156-CB58-73EC-398E-53474A173EE0}"/>
          </ac:picMkLst>
        </pc:picChg>
      </pc:sldChg>
      <pc:sldChg chg="del">
        <pc:chgData name="Ghazi, Zaid" userId="78909678-4dd6-4679-a7dc-fbd32412f4eb" providerId="ADAL" clId="{40101E16-36DA-4236-B3DE-D1BFC119DDF7}" dt="2025-05-04T03:25:24.723" v="1" actId="47"/>
        <pc:sldMkLst>
          <pc:docMk/>
          <pc:sldMk cId="1440871986" sldId="389"/>
        </pc:sldMkLst>
      </pc:sldChg>
      <pc:sldChg chg="modSp mod modNotesTx">
        <pc:chgData name="Ghazi, Zaid" userId="78909678-4dd6-4679-a7dc-fbd32412f4eb" providerId="ADAL" clId="{40101E16-36DA-4236-B3DE-D1BFC119DDF7}" dt="2025-05-04T15:09:33.343" v="482" actId="20577"/>
        <pc:sldMkLst>
          <pc:docMk/>
          <pc:sldMk cId="3200312026" sldId="391"/>
        </pc:sldMkLst>
        <pc:spChg chg="mod">
          <ac:chgData name="Ghazi, Zaid" userId="78909678-4dd6-4679-a7dc-fbd32412f4eb" providerId="ADAL" clId="{40101E16-36DA-4236-B3DE-D1BFC119DDF7}" dt="2025-05-04T03:25:32.651" v="17" actId="20577"/>
          <ac:spMkLst>
            <pc:docMk/>
            <pc:sldMk cId="3200312026" sldId="391"/>
            <ac:spMk id="3" creationId="{545D3755-C3E2-975E-DE68-CDECC4B526EC}"/>
          </ac:spMkLst>
        </pc:spChg>
        <pc:spChg chg="mod">
          <ac:chgData name="Ghazi, Zaid" userId="78909678-4dd6-4679-a7dc-fbd32412f4eb" providerId="ADAL" clId="{40101E16-36DA-4236-B3DE-D1BFC119DDF7}" dt="2025-05-04T14:12:57.558" v="213" actId="207"/>
          <ac:spMkLst>
            <pc:docMk/>
            <pc:sldMk cId="3200312026" sldId="391"/>
            <ac:spMk id="7" creationId="{F70BD87D-F7DA-961B-4024-A354DC87D168}"/>
          </ac:spMkLst>
        </pc:spChg>
      </pc:sldChg>
      <pc:sldChg chg="del">
        <pc:chgData name="Ghazi, Zaid" userId="78909678-4dd6-4679-a7dc-fbd32412f4eb" providerId="ADAL" clId="{40101E16-36DA-4236-B3DE-D1BFC119DDF7}" dt="2025-05-04T03:26:30.917" v="28" actId="47"/>
        <pc:sldMkLst>
          <pc:docMk/>
          <pc:sldMk cId="2039059756" sldId="397"/>
        </pc:sldMkLst>
      </pc:sldChg>
      <pc:sldChg chg="modSp mod">
        <pc:chgData name="Ghazi, Zaid" userId="78909678-4dd6-4679-a7dc-fbd32412f4eb" providerId="ADAL" clId="{40101E16-36DA-4236-B3DE-D1BFC119DDF7}" dt="2025-05-04T03:31:38.484" v="111" actId="20577"/>
        <pc:sldMkLst>
          <pc:docMk/>
          <pc:sldMk cId="4261132419" sldId="398"/>
        </pc:sldMkLst>
        <pc:spChg chg="mod">
          <ac:chgData name="Ghazi, Zaid" userId="78909678-4dd6-4679-a7dc-fbd32412f4eb" providerId="ADAL" clId="{40101E16-36DA-4236-B3DE-D1BFC119DDF7}" dt="2025-05-04T03:31:38.484" v="111" actId="20577"/>
          <ac:spMkLst>
            <pc:docMk/>
            <pc:sldMk cId="4261132419" sldId="398"/>
            <ac:spMk id="3" creationId="{8BE734F0-2DDD-AF70-F13D-F9E4C1929411}"/>
          </ac:spMkLst>
        </pc:spChg>
      </pc:sldChg>
      <pc:sldChg chg="addSp modSp mod modNotesTx">
        <pc:chgData name="Ghazi, Zaid" userId="78909678-4dd6-4679-a7dc-fbd32412f4eb" providerId="ADAL" clId="{40101E16-36DA-4236-B3DE-D1BFC119DDF7}" dt="2025-05-04T15:09:39.980" v="484" actId="20577"/>
        <pc:sldMkLst>
          <pc:docMk/>
          <pc:sldMk cId="752428618" sldId="403"/>
        </pc:sldMkLst>
        <pc:spChg chg="add mod">
          <ac:chgData name="Ghazi, Zaid" userId="78909678-4dd6-4679-a7dc-fbd32412f4eb" providerId="ADAL" clId="{40101E16-36DA-4236-B3DE-D1BFC119DDF7}" dt="2025-05-04T14:16:35.769" v="243" actId="207"/>
          <ac:spMkLst>
            <pc:docMk/>
            <pc:sldMk cId="752428618" sldId="403"/>
            <ac:spMk id="2" creationId="{5962F4BE-EF70-9ACF-09EF-F2B8B0E46625}"/>
          </ac:spMkLst>
        </pc:spChg>
        <pc:spChg chg="mod">
          <ac:chgData name="Ghazi, Zaid" userId="78909678-4dd6-4679-a7dc-fbd32412f4eb" providerId="ADAL" clId="{40101E16-36DA-4236-B3DE-D1BFC119DDF7}" dt="2025-05-04T03:28:34.408" v="70" actId="14100"/>
          <ac:spMkLst>
            <pc:docMk/>
            <pc:sldMk cId="752428618" sldId="403"/>
            <ac:spMk id="3" creationId="{C7AB9C34-2B13-E66F-1053-2BA156F89425}"/>
          </ac:spMkLst>
        </pc:spChg>
        <pc:graphicFrameChg chg="mod modGraphic">
          <ac:chgData name="Ghazi, Zaid" userId="78909678-4dd6-4679-a7dc-fbd32412f4eb" providerId="ADAL" clId="{40101E16-36DA-4236-B3DE-D1BFC119DDF7}" dt="2025-05-04T14:48:54.253" v="468" actId="113"/>
          <ac:graphicFrameMkLst>
            <pc:docMk/>
            <pc:sldMk cId="752428618" sldId="403"/>
            <ac:graphicFrameMk id="4" creationId="{4D1FB21E-CCFB-8E64-064C-DB8195F86847}"/>
          </ac:graphicFrameMkLst>
        </pc:graphicFrameChg>
      </pc:sldChg>
      <pc:sldChg chg="addSp delSp modSp mod ord modNotesTx">
        <pc:chgData name="Ghazi, Zaid" userId="78909678-4dd6-4679-a7dc-fbd32412f4eb" providerId="ADAL" clId="{40101E16-36DA-4236-B3DE-D1BFC119DDF7}" dt="2025-05-04T15:09:43.091" v="485" actId="20577"/>
        <pc:sldMkLst>
          <pc:docMk/>
          <pc:sldMk cId="1850768898" sldId="404"/>
        </pc:sldMkLst>
        <pc:spChg chg="mod">
          <ac:chgData name="Ghazi, Zaid" userId="78909678-4dd6-4679-a7dc-fbd32412f4eb" providerId="ADAL" clId="{40101E16-36DA-4236-B3DE-D1BFC119DDF7}" dt="2025-05-04T03:29:50.613" v="79"/>
          <ac:spMkLst>
            <pc:docMk/>
            <pc:sldMk cId="1850768898" sldId="404"/>
            <ac:spMk id="2" creationId="{F0759DC4-8B30-98A0-5BAB-C78BA4A4AD55}"/>
          </ac:spMkLst>
        </pc:spChg>
        <pc:spChg chg="del mod">
          <ac:chgData name="Ghazi, Zaid" userId="78909678-4dd6-4679-a7dc-fbd32412f4eb" providerId="ADAL" clId="{40101E16-36DA-4236-B3DE-D1BFC119DDF7}" dt="2025-05-04T03:48:16.137" v="170"/>
          <ac:spMkLst>
            <pc:docMk/>
            <pc:sldMk cId="1850768898" sldId="404"/>
            <ac:spMk id="3" creationId="{4096FB3A-B62C-3DAB-4FD1-B4EBDD650AEF}"/>
          </ac:spMkLst>
        </pc:spChg>
        <pc:spChg chg="del mod">
          <ac:chgData name="Ghazi, Zaid" userId="78909678-4dd6-4679-a7dc-fbd32412f4eb" providerId="ADAL" clId="{40101E16-36DA-4236-B3DE-D1BFC119DDF7}" dt="2025-05-04T03:30:12.178" v="83" actId="478"/>
          <ac:spMkLst>
            <pc:docMk/>
            <pc:sldMk cId="1850768898" sldId="404"/>
            <ac:spMk id="4" creationId="{43E198AA-251D-4446-30C4-8F2FA7F6A72C}"/>
          </ac:spMkLst>
        </pc:spChg>
        <pc:spChg chg="add">
          <ac:chgData name="Ghazi, Zaid" userId="78909678-4dd6-4679-a7dc-fbd32412f4eb" providerId="ADAL" clId="{40101E16-36DA-4236-B3DE-D1BFC119DDF7}" dt="2025-05-04T03:47:41.581" v="164"/>
          <ac:spMkLst>
            <pc:docMk/>
            <pc:sldMk cId="1850768898" sldId="404"/>
            <ac:spMk id="5" creationId="{A89FEFE6-53C3-3710-8845-A66DD842AA0D}"/>
          </ac:spMkLst>
        </pc:spChg>
        <pc:spChg chg="add mod">
          <ac:chgData name="Ghazi, Zaid" userId="78909678-4dd6-4679-a7dc-fbd32412f4eb" providerId="ADAL" clId="{40101E16-36DA-4236-B3DE-D1BFC119DDF7}" dt="2025-05-04T03:47:58.179" v="166"/>
          <ac:spMkLst>
            <pc:docMk/>
            <pc:sldMk cId="1850768898" sldId="404"/>
            <ac:spMk id="6" creationId="{8D2B80EF-681A-F098-67EA-A1C3AFE4D7DE}"/>
          </ac:spMkLst>
        </pc:spChg>
        <pc:spChg chg="add mod">
          <ac:chgData name="Ghazi, Zaid" userId="78909678-4dd6-4679-a7dc-fbd32412f4eb" providerId="ADAL" clId="{40101E16-36DA-4236-B3DE-D1BFC119DDF7}" dt="2025-05-04T14:30:43.166" v="312" actId="255"/>
          <ac:spMkLst>
            <pc:docMk/>
            <pc:sldMk cId="1850768898" sldId="404"/>
            <ac:spMk id="7" creationId="{C9AA280E-8DC7-4F99-0C7D-E4A6D054EECA}"/>
          </ac:spMkLst>
        </pc:spChg>
      </pc:sldChg>
      <pc:sldChg chg="del">
        <pc:chgData name="Ghazi, Zaid" userId="78909678-4dd6-4679-a7dc-fbd32412f4eb" providerId="ADAL" clId="{40101E16-36DA-4236-B3DE-D1BFC119DDF7}" dt="2025-05-04T03:27:36.160" v="57" actId="47"/>
        <pc:sldMkLst>
          <pc:docMk/>
          <pc:sldMk cId="4127695141" sldId="405"/>
        </pc:sldMkLst>
      </pc:sldChg>
      <pc:sldChg chg="del">
        <pc:chgData name="Ghazi, Zaid" userId="78909678-4dd6-4679-a7dc-fbd32412f4eb" providerId="ADAL" clId="{40101E16-36DA-4236-B3DE-D1BFC119DDF7}" dt="2025-05-04T03:27:31.633" v="56" actId="47"/>
        <pc:sldMkLst>
          <pc:docMk/>
          <pc:sldMk cId="298364507" sldId="406"/>
        </pc:sldMkLst>
      </pc:sldChg>
      <pc:sldChg chg="del">
        <pc:chgData name="Ghazi, Zaid" userId="78909678-4dd6-4679-a7dc-fbd32412f4eb" providerId="ADAL" clId="{40101E16-36DA-4236-B3DE-D1BFC119DDF7}" dt="2025-05-04T03:27:30.556" v="55" actId="47"/>
        <pc:sldMkLst>
          <pc:docMk/>
          <pc:sldMk cId="3088225330" sldId="407"/>
        </pc:sldMkLst>
      </pc:sldChg>
      <pc:sldChg chg="delSp modSp mod modNotesTx">
        <pc:chgData name="Ghazi, Zaid" userId="78909678-4dd6-4679-a7dc-fbd32412f4eb" providerId="ADAL" clId="{40101E16-36DA-4236-B3DE-D1BFC119DDF7}" dt="2025-05-04T15:09:36.190" v="483" actId="20577"/>
        <pc:sldMkLst>
          <pc:docMk/>
          <pc:sldMk cId="888484295" sldId="408"/>
        </pc:sldMkLst>
        <pc:spChg chg="mod">
          <ac:chgData name="Ghazi, Zaid" userId="78909678-4dd6-4679-a7dc-fbd32412f4eb" providerId="ADAL" clId="{40101E16-36DA-4236-B3DE-D1BFC119DDF7}" dt="2025-05-04T03:26:40.228" v="44" actId="20577"/>
          <ac:spMkLst>
            <pc:docMk/>
            <pc:sldMk cId="888484295" sldId="408"/>
            <ac:spMk id="2" creationId="{805346ED-721D-85EE-2F1B-A31D0912DE29}"/>
          </ac:spMkLst>
        </pc:spChg>
        <pc:spChg chg="mod">
          <ac:chgData name="Ghazi, Zaid" userId="78909678-4dd6-4679-a7dc-fbd32412f4eb" providerId="ADAL" clId="{40101E16-36DA-4236-B3DE-D1BFC119DDF7}" dt="2025-05-04T14:15:26.355" v="234" actId="948"/>
          <ac:spMkLst>
            <pc:docMk/>
            <pc:sldMk cId="888484295" sldId="408"/>
            <ac:spMk id="3" creationId="{DB097449-5B72-ADA0-3B2D-1CBC160D6B90}"/>
          </ac:spMkLst>
        </pc:spChg>
        <pc:spChg chg="del mod">
          <ac:chgData name="Ghazi, Zaid" userId="78909678-4dd6-4679-a7dc-fbd32412f4eb" providerId="ADAL" clId="{40101E16-36DA-4236-B3DE-D1BFC119DDF7}" dt="2025-05-04T03:26:58.045" v="46" actId="478"/>
          <ac:spMkLst>
            <pc:docMk/>
            <pc:sldMk cId="888484295" sldId="408"/>
            <ac:spMk id="4" creationId="{41FC7B50-71A6-D8BE-C032-5EB4CF5706D5}"/>
          </ac:spMkLst>
        </pc:spChg>
      </pc:sldChg>
      <pc:sldChg chg="del">
        <pc:chgData name="Ghazi, Zaid" userId="78909678-4dd6-4679-a7dc-fbd32412f4eb" providerId="ADAL" clId="{40101E16-36DA-4236-B3DE-D1BFC119DDF7}" dt="2025-05-04T03:25:23.039" v="0" actId="47"/>
        <pc:sldMkLst>
          <pc:docMk/>
          <pc:sldMk cId="2249372667" sldId="409"/>
        </pc:sldMkLst>
      </pc:sldChg>
      <pc:sldChg chg="modNotesTx">
        <pc:chgData name="Ghazi, Zaid" userId="78909678-4dd6-4679-a7dc-fbd32412f4eb" providerId="ADAL" clId="{40101E16-36DA-4236-B3DE-D1BFC119DDF7}" dt="2025-05-04T15:09:24.820" v="480" actId="20577"/>
        <pc:sldMkLst>
          <pc:docMk/>
          <pc:sldMk cId="3390304222" sldId="410"/>
        </pc:sldMkLst>
      </pc:sldChg>
      <pc:sldChg chg="modSp add mod modNotesTx">
        <pc:chgData name="Ghazi, Zaid" userId="78909678-4dd6-4679-a7dc-fbd32412f4eb" providerId="ADAL" clId="{40101E16-36DA-4236-B3DE-D1BFC119DDF7}" dt="2025-05-04T15:09:45.498" v="486" actId="20577"/>
        <pc:sldMkLst>
          <pc:docMk/>
          <pc:sldMk cId="799656553" sldId="411"/>
        </pc:sldMkLst>
        <pc:spChg chg="mod">
          <ac:chgData name="Ghazi, Zaid" userId="78909678-4dd6-4679-a7dc-fbd32412f4eb" providerId="ADAL" clId="{40101E16-36DA-4236-B3DE-D1BFC119DDF7}" dt="2025-05-04T03:30:54.263" v="87"/>
          <ac:spMkLst>
            <pc:docMk/>
            <pc:sldMk cId="799656553" sldId="411"/>
            <ac:spMk id="2" creationId="{39CED3A0-9044-C63F-62A2-443C181E47AD}"/>
          </ac:spMkLst>
        </pc:spChg>
        <pc:spChg chg="mod">
          <ac:chgData name="Ghazi, Zaid" userId="78909678-4dd6-4679-a7dc-fbd32412f4eb" providerId="ADAL" clId="{40101E16-36DA-4236-B3DE-D1BFC119DDF7}" dt="2025-05-04T14:32:34.658" v="314" actId="20577"/>
          <ac:spMkLst>
            <pc:docMk/>
            <pc:sldMk cId="799656553" sldId="411"/>
            <ac:spMk id="3" creationId="{3B5A0E87-7A7B-88FF-AB7A-B51496D7B5D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5/4/2025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B6A4E-C5E6-F8F6-F8CA-F9A83F0D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F23E2A-F778-3F0F-6DA9-C19F46DCF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22D5E-BF69-F2EC-A81E-37C209A4D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30A71-FC89-8683-58FC-C69576B74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482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anchor="b">
            <a:normAutofit/>
          </a:bodyPr>
          <a:lstStyle/>
          <a:p>
            <a:r>
              <a:rPr lang="en-US" sz="5400" dirty="0"/>
              <a:t>Hybrid Movie Recommender System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C1BBC0C-313C-2053-0A3C-CE4DF48EAF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/>
          <a:lstStyle/>
          <a:p>
            <a:r>
              <a:rPr lang="en-US" dirty="0"/>
              <a:t>Zaid Ghazi</a:t>
            </a:r>
          </a:p>
          <a:p>
            <a:r>
              <a:rPr lang="en-US" dirty="0"/>
              <a:t>STAT 6309</a:t>
            </a:r>
          </a:p>
          <a:p>
            <a:r>
              <a:rPr lang="en-US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Data Preprocessing &amp; Exploratory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7"/>
            <a:ext cx="5502275" cy="4056933"/>
          </a:xfrm>
        </p:spPr>
        <p:txBody>
          <a:bodyPr tIns="457200">
            <a:normAutofit fontScale="85000" lnSpcReduction="20000"/>
          </a:bodyPr>
          <a:lstStyle/>
          <a:p>
            <a:r>
              <a:rPr lang="en-US" dirty="0" err="1">
                <a:solidFill>
                  <a:schemeClr val="tx2"/>
                </a:solidFill>
              </a:rPr>
              <a:t>MovieLens</a:t>
            </a:r>
            <a:r>
              <a:rPr lang="en-US" dirty="0">
                <a:solidFill>
                  <a:schemeClr val="tx2"/>
                </a:solidFill>
              </a:rPr>
              <a:t> 20M </a:t>
            </a:r>
          </a:p>
          <a:p>
            <a:pPr lvl="1"/>
            <a:r>
              <a:rPr lang="en-US" dirty="0"/>
              <a:t>(≈ 20 million ratings, 138 000+ movies, 160 000+ users) </a:t>
            </a:r>
          </a:p>
          <a:p>
            <a:r>
              <a:rPr lang="en-US" dirty="0">
                <a:solidFill>
                  <a:schemeClr val="tx2"/>
                </a:solidFill>
              </a:rPr>
              <a:t>Cleaning steps:</a:t>
            </a:r>
          </a:p>
          <a:p>
            <a:pPr lvl="1"/>
            <a:r>
              <a:rPr lang="en-US" dirty="0"/>
              <a:t>Drop any rows missing </a:t>
            </a:r>
            <a:r>
              <a:rPr lang="en-US" dirty="0" err="1"/>
              <a:t>userId</a:t>
            </a:r>
            <a:r>
              <a:rPr lang="en-US" dirty="0"/>
              <a:t> or rating.</a:t>
            </a:r>
          </a:p>
          <a:p>
            <a:pPr lvl="1"/>
            <a:r>
              <a:rPr lang="en-US" dirty="0"/>
              <a:t>Fill missing </a:t>
            </a:r>
            <a:r>
              <a:rPr lang="en-US" dirty="0" err="1"/>
              <a:t>tmdbId</a:t>
            </a:r>
            <a:r>
              <a:rPr lang="en-US" dirty="0"/>
              <a:t> with −1; ensure </a:t>
            </a:r>
            <a:r>
              <a:rPr lang="en-US" dirty="0" err="1"/>
              <a:t>tag_relevance</a:t>
            </a:r>
            <a:r>
              <a:rPr lang="en-US" dirty="0"/>
              <a:t> and </a:t>
            </a:r>
            <a:r>
              <a:rPr lang="en-US" dirty="0" err="1"/>
              <a:t>genres_list</a:t>
            </a:r>
            <a:r>
              <a:rPr lang="en-US" dirty="0"/>
              <a:t> are non‑null lists .</a:t>
            </a:r>
          </a:p>
          <a:p>
            <a:r>
              <a:rPr lang="en-US" dirty="0">
                <a:solidFill>
                  <a:schemeClr val="tx2"/>
                </a:solidFill>
              </a:rPr>
              <a:t>Feature construction:</a:t>
            </a:r>
          </a:p>
          <a:p>
            <a:pPr lvl="1"/>
            <a:r>
              <a:rPr lang="en-US" dirty="0"/>
              <a:t>Exploded genome tags into per‑movie tag vectors.</a:t>
            </a:r>
          </a:p>
          <a:p>
            <a:pPr lvl="1"/>
            <a:r>
              <a:rPr lang="en-US" dirty="0"/>
              <a:t>Parsed genre strings into lists.</a:t>
            </a:r>
          </a:p>
          <a:p>
            <a:r>
              <a:rPr lang="en-US" dirty="0">
                <a:solidFill>
                  <a:schemeClr val="tx2"/>
                </a:solidFill>
              </a:rPr>
              <a:t>EDA highlights:</a:t>
            </a:r>
          </a:p>
          <a:p>
            <a:pPr lvl="1"/>
            <a:r>
              <a:rPr lang="en-US" dirty="0"/>
              <a:t>Most users rate few movies, tail of heavy raters .</a:t>
            </a:r>
          </a:p>
          <a:p>
            <a:endParaRPr lang="en-US" dirty="0"/>
          </a:p>
        </p:txBody>
      </p:sp>
      <p:pic>
        <p:nvPicPr>
          <p:cNvPr id="5" name="Picture 4" descr="A graph of a number of ratings&#10;&#10;AI-generated content may be incorrect.">
            <a:extLst>
              <a:ext uri="{FF2B5EF4-FFF2-40B4-BE49-F238E27FC236}">
                <a16:creationId xmlns:a16="http://schemas.microsoft.com/office/drawing/2014/main" id="{2081D156-CB58-73EC-398E-53474A173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743" y="3282380"/>
            <a:ext cx="5147368" cy="338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Methods Overview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Popularity:</a:t>
            </a:r>
            <a:r>
              <a:rPr lang="en-US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Bayesian weighted score on train ratings.</a:t>
            </a:r>
          </a:p>
          <a:p>
            <a:pPr marL="342900" marR="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Content-Based:</a:t>
            </a:r>
            <a:r>
              <a:rPr lang="en-US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Dot‑product of user’s averaged tag profile with each candidate’s tag vector.</a:t>
            </a:r>
          </a:p>
          <a:p>
            <a:pPr marL="342900" marR="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Collaborative:</a:t>
            </a:r>
            <a:r>
              <a:rPr lang="en-US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Truncated SVD (10 components) → cosine similarity between user and movie embeddings.</a:t>
            </a:r>
          </a:p>
          <a:p>
            <a:pPr marL="342900" marR="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Ensemble:</a:t>
            </a:r>
            <a:endParaRPr lang="en-US" kern="100" dirty="0">
              <a:solidFill>
                <a:schemeClr val="tx2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Take top 10 from each base model</a:t>
            </a:r>
          </a:p>
          <a:p>
            <a:pPr marL="742950" marR="0" lvl="1" indent="-28575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Min–max normalize their scores</a:t>
            </a:r>
          </a:p>
          <a:p>
            <a:pPr marL="742950" marR="0" lvl="1" indent="-28575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17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Sum normalized signals → final ranking </a:t>
            </a:r>
            <a:endParaRPr lang="en-US" sz="1700" dirty="0"/>
          </a:p>
          <a:p>
            <a:pPr>
              <a:spcBef>
                <a:spcPts val="500"/>
              </a:spcBef>
              <a:spcAft>
                <a:spcPts val="500"/>
              </a:spcAft>
            </a:pP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Evaluation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9504861" cy="3597470"/>
          </a:xfrm>
        </p:spPr>
        <p:txBody>
          <a:bodyPr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Leave‑one‑out:</a:t>
            </a:r>
            <a:r>
              <a:rPr lang="en-US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hold one ‘liked’ (rating ≥ 4.5) movie per user as the ground</a:t>
            </a:r>
            <a:r>
              <a:rPr lang="en-US" sz="1700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‐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truth.</a:t>
            </a:r>
          </a:p>
          <a:p>
            <a:pPr marL="342900" marR="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Quick feedback:</a:t>
            </a:r>
            <a:r>
              <a:rPr lang="en-US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sample </a:t>
            </a:r>
            <a:r>
              <a:rPr lang="en-US" sz="17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500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users for fast iteration.</a:t>
            </a:r>
          </a:p>
          <a:p>
            <a:pPr marL="342900" marR="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Parallel:</a:t>
            </a:r>
            <a:r>
              <a:rPr lang="en-US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Joblib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Parallel(</a:t>
            </a:r>
            <a:r>
              <a:rPr lang="en-US" sz="17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n_jobs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=32, backend='threading') with </a:t>
            </a:r>
            <a:r>
              <a:rPr lang="en-US" sz="17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batch_size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=200 to avoid pickling overhead </a:t>
            </a:r>
          </a:p>
          <a:p>
            <a:pPr marL="342900" marR="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Metrics:</a:t>
            </a:r>
            <a:endParaRPr lang="en-US" kern="100" dirty="0">
              <a:solidFill>
                <a:schemeClr val="tx2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HitRate@10:</a:t>
            </a:r>
            <a:r>
              <a:rPr lang="en-US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Did the model include the held‑out movie?</a:t>
            </a:r>
          </a:p>
          <a:p>
            <a:pPr marL="742950" marR="0" lvl="1" indent="-28575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NDCG@10:</a:t>
            </a:r>
            <a:r>
              <a:rPr lang="en-US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How highly was it ranked?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2655026" cy="118872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4D1FB21E-CCFB-8E64-064C-DB8195F86847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924651743"/>
              </p:ext>
            </p:extLst>
          </p:nvPr>
        </p:nvGraphicFramePr>
        <p:xfrm>
          <a:off x="593725" y="2628900"/>
          <a:ext cx="8243310" cy="297344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4777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747770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74777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</a:tblGrid>
              <a:tr h="594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HitRate@10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NDCG@10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Popularity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0.080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0.0515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Content‑Based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0.110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0.0581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solidFill>
                            <a:schemeClr val="tx2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Collaborative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solidFill>
                            <a:schemeClr val="tx2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0.158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0.0781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946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solidFill>
                            <a:schemeClr val="tx2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Ensemble</a:t>
                      </a:r>
                      <a:endParaRPr lang="en-US" sz="2000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0.150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solidFill>
                            <a:schemeClr val="tx2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0.0842</a:t>
                      </a:r>
                      <a:endParaRPr lang="en-US" sz="2000" kern="100" dirty="0">
                        <a:solidFill>
                          <a:schemeClr val="tx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962F4BE-EF70-9ACF-09EF-F2B8B0E46625}"/>
              </a:ext>
            </a:extLst>
          </p:cNvPr>
          <p:cNvSpPr txBox="1"/>
          <p:nvPr/>
        </p:nvSpPr>
        <p:spPr>
          <a:xfrm>
            <a:off x="7340028" y="1420338"/>
            <a:ext cx="4536498" cy="12116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Best recovery:</a:t>
            </a:r>
            <a:r>
              <a:rPr lang="en-US" sz="1800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Collaborative (15.8</a:t>
            </a:r>
            <a:r>
              <a:rPr lang="en-US" sz="18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 </a:t>
            </a:r>
            <a:r>
              <a:rPr lang="en-US" sz="1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%)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Best ranking:</a:t>
            </a:r>
            <a:r>
              <a:rPr lang="en-US" sz="1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Ensemble (NDCG 0.0842)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Interpretation &amp; Takeaways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89FEFE6-53C3-3710-8845-A66DD842A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Coverage vs. precision: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Collaborative filtering → breadth of hits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Ensemble → tighter top‑10 (higher NDCG)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Fusion payoff: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Equal‑weight blending recovers nearly as many hits as collaborative alone while boosting ranking precision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9AA280E-8DC7-4F99-0C7D-E4A6D054EEC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95313" y="3044003"/>
            <a:ext cx="1077339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Coverage vs. precision: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Collaborative filtering → breadth of hits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Ensemble → tighter top‑10 (higher NDCG)</a:t>
            </a: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Fusion payoff: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Equal‑weight blending recovers nearly as many hits as collaborative alone while boosting ranking precision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A7FC2-2374-722C-71B4-F19916CEB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D3A0-9044-C63F-62A2-443C181E4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Limitations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A0E87-7A7B-88FF-AB7A-B51496D7B5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676525"/>
            <a:ext cx="9325091" cy="3597470"/>
          </a:xfrm>
        </p:spPr>
        <p:txBody>
          <a:bodyPr>
            <a:no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Scale evaluation</a:t>
            </a:r>
            <a:r>
              <a:rPr lang="en-US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 all 200 K users (currently sampled 500).</a:t>
            </a:r>
          </a:p>
          <a:p>
            <a:pPr marL="342900" marR="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Hyperparameter tuning:</a:t>
            </a:r>
            <a:endParaRPr lang="en-US" kern="100" dirty="0">
              <a:solidFill>
                <a:schemeClr val="tx2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SVD dimensions, popularity cutoff (m), top‑k tags.</a:t>
            </a:r>
          </a:p>
          <a:p>
            <a:pPr marL="342900" marR="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Learned weights:</a:t>
            </a:r>
            <a:r>
              <a:rPr lang="en-US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Replace equal</a:t>
            </a:r>
            <a:r>
              <a:rPr lang="en-US" sz="1700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‐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weight sum with a trained meta</a:t>
            </a:r>
            <a:r>
              <a:rPr lang="en-US" sz="1700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‐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model.</a:t>
            </a:r>
          </a:p>
          <a:p>
            <a:pPr marL="342900" marR="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Side</a:t>
            </a:r>
            <a:r>
              <a:rPr lang="en-US" b="1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‐</a:t>
            </a:r>
            <a:r>
              <a:rPr lang="en-US" b="1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 enrichment:</a:t>
            </a:r>
            <a:r>
              <a:rPr lang="en-US" kern="100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NLP on plots, director/actor features via streaming or sharding.</a:t>
            </a:r>
          </a:p>
          <a:p>
            <a:pPr marL="342900" marR="0" lvl="0" indent="-3429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A/B testing:</a:t>
            </a:r>
            <a:r>
              <a:rPr lang="en-US" dirty="0">
                <a:solidFill>
                  <a:schemeClr val="tx2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Deploy online to collect real engagement metrics.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656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Zaid Ghazi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74</TotalTime>
  <Words>455</Words>
  <Application>Microsoft Office PowerPoint</Application>
  <PresentationFormat>Widescreen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Courier New</vt:lpstr>
      <vt:lpstr>Franklin Gothic Book</vt:lpstr>
      <vt:lpstr>Franklin Gothic Demi</vt:lpstr>
      <vt:lpstr>Symbol</vt:lpstr>
      <vt:lpstr>Custom</vt:lpstr>
      <vt:lpstr>Hybrid Movie Recommender System</vt:lpstr>
      <vt:lpstr>Data Preprocessing &amp; Exploratory Analysis</vt:lpstr>
      <vt:lpstr>Methods Overview</vt:lpstr>
      <vt:lpstr>Evaluation Setup</vt:lpstr>
      <vt:lpstr>Results</vt:lpstr>
      <vt:lpstr>Interpretation &amp; Takeaways</vt:lpstr>
      <vt:lpstr>Limitations &amp; 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Ghazi, Zaid</dc:creator>
  <cp:lastModifiedBy>Ghazi, Zaid</cp:lastModifiedBy>
  <cp:revision>1</cp:revision>
  <dcterms:created xsi:type="dcterms:W3CDTF">2025-05-04T03:16:34Z</dcterms:created>
  <dcterms:modified xsi:type="dcterms:W3CDTF">2025-05-04T15:09:48Z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